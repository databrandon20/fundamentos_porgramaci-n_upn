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A57278-E020-C638-08B4-CEF8E3D20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223912-BBBE-A33A-7EC0-5157CFD3A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BA72EE-352E-1E13-EBF4-67531DA30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C041-DED1-4442-ADAB-FB558FF6E94B}" type="datetimeFigureOut">
              <a:rPr lang="es-PE" smtClean="0"/>
              <a:t>26/05/2026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96D933-D088-1B6F-F0AD-9E95281B9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0B9C5F-481B-8C55-0BCD-0B5D34082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C7F88-40E5-411B-BB6D-90625EDC2A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13649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2F6D9E-3DD1-F743-53F1-C0EF69FDB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823837-8851-AF2D-C381-1C49CE230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A7F415-3B35-05CB-AA6D-400329C0E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C041-DED1-4442-ADAB-FB558FF6E94B}" type="datetimeFigureOut">
              <a:rPr lang="es-PE" smtClean="0"/>
              <a:t>26/05/2026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BB49DA-6CBC-1B09-26A1-33E8E2976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0E7590-7527-0678-9FE3-1CDD5CCA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C7F88-40E5-411B-BB6D-90625EDC2A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21452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BA73C-D086-4052-11D7-8FAFC1C89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E1BD7A-D0DE-CB28-5C21-67248FC3B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A4AA28-D913-BF2F-F0DB-31E9875B0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C041-DED1-4442-ADAB-FB558FF6E94B}" type="datetimeFigureOut">
              <a:rPr lang="es-PE" smtClean="0"/>
              <a:t>26/05/2026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A83C89-2974-A563-4C30-6443EF689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4E2E98-8BEA-FE5C-31A4-48B9445D0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C7F88-40E5-411B-BB6D-90625EDC2A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15483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13DE46-E0DF-9605-30F3-EDDD7A6BF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156149-DD49-6F31-824C-F18B38815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7068B69-5608-A947-256B-3DC70BCE8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7BCA00-87C7-8F5B-6325-CB9605EB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C041-DED1-4442-ADAB-FB558FF6E94B}" type="datetimeFigureOut">
              <a:rPr lang="es-PE" smtClean="0"/>
              <a:t>26/05/2026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810982-BC56-503B-BDBC-3E73C57F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32B8F3-A36A-54F9-5534-B66DD8689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C7F88-40E5-411B-BB6D-90625EDC2A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2413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C190E2-53E8-41A4-187D-E07BF66AB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270EBD-499F-2ED3-E242-83256BD99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DF415F-65E0-5AFF-DB6C-3056B35E2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597B1FC-C14A-692D-7087-FA8C6B086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77299FE-9D93-E195-3A2C-5A68248DF5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1499C1B-2A68-6733-5F82-BA3507383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C041-DED1-4442-ADAB-FB558FF6E94B}" type="datetimeFigureOut">
              <a:rPr lang="es-PE" smtClean="0"/>
              <a:t>26/05/2026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476421A-B66F-1BFA-A682-6760595CD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FD4032B-E8AD-3904-77F4-65554DB0C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C7F88-40E5-411B-BB6D-90625EDC2A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34068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2A345A-3D00-EB8C-3D96-0D0A1E7EF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149C616-D3ED-631B-EFC1-F6841E675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C041-DED1-4442-ADAB-FB558FF6E94B}" type="datetimeFigureOut">
              <a:rPr lang="es-PE" smtClean="0"/>
              <a:t>26/05/2026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EACC1CD-3E27-D9D6-F219-FB0157401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BDE6100-8231-3FA8-7509-B5FFC124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C7F88-40E5-411B-BB6D-90625EDC2A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6542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47CDF45-D955-E9B9-9AA6-F43235A57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C041-DED1-4442-ADAB-FB558FF6E94B}" type="datetimeFigureOut">
              <a:rPr lang="es-PE" smtClean="0"/>
              <a:t>26/05/2026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689678A-1751-69C3-4360-350281D2D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92ED56-A8F5-C2A7-EB6F-1D7166830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C7F88-40E5-411B-BB6D-90625EDC2A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60103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415B36-5880-2930-0DD3-876CBD12A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F2C571-C511-4C72-132B-8C502A8CE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77594E-28F1-C2D9-56B7-1EC081E83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350FFC-D5AA-656E-F1BF-A28527EE1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C041-DED1-4442-ADAB-FB558FF6E94B}" type="datetimeFigureOut">
              <a:rPr lang="es-PE" smtClean="0"/>
              <a:t>26/05/2026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4DB233-EE2B-4187-0D7C-0EC2D9C26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08E248-26B5-BBAB-134E-2AE73D175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C7F88-40E5-411B-BB6D-90625EDC2A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3617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85093E-1090-F0C3-6C2B-B04C88D90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197379-53CE-643A-85EA-CCC237FB02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999FA7-1CAE-D675-4138-CEAB55203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BEDFE3-FB6F-4334-1769-5876CBF4C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C041-DED1-4442-ADAB-FB558FF6E94B}" type="datetimeFigureOut">
              <a:rPr lang="es-PE" smtClean="0"/>
              <a:t>26/05/2026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15D10F-EC6B-E9F0-537E-984BCF5E2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E159D8-ED74-8CAE-BCAB-040F58315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C7F88-40E5-411B-BB6D-90625EDC2A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04381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A94B1-028F-8593-C872-8EAB8413D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680067-D3EA-EFC5-9B88-F49160F60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749112-2EDC-43B5-07FD-868B3C702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C041-DED1-4442-ADAB-FB558FF6E94B}" type="datetimeFigureOut">
              <a:rPr lang="es-PE" smtClean="0"/>
              <a:t>26/05/2026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C50C62-3A44-4583-7ED1-160CDE81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CD1B45-0A23-1979-E804-CFB45656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C7F88-40E5-411B-BB6D-90625EDC2A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462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35A0BD-6ED9-DBE2-D2B2-507E655E19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754A96E-F870-3B98-5A88-26A0D89BE5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E0CFA6-91B0-D354-4302-D35746B71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C041-DED1-4442-ADAB-FB558FF6E94B}" type="datetimeFigureOut">
              <a:rPr lang="es-PE" smtClean="0"/>
              <a:t>26/05/2026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BB79E9-7E7F-959E-CF81-565756208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1AA56D-03C8-431C-E613-7097B0E69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C7F88-40E5-411B-BB6D-90625EDC2A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61712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A142B7-96A5-D6AD-90DC-C4E979E1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E3DA4AD-51F3-20FD-FFAB-58C320161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DE078D-6800-4F80-88A8-61E9A58518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BC041-DED1-4442-ADAB-FB558FF6E94B}" type="datetimeFigureOut">
              <a:rPr lang="es-PE" smtClean="0"/>
              <a:t>26/05/2026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BD7BEF-1DA5-EFFD-259F-9476A2EEDD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93B3BC-3170-7962-DD11-CCF58D02F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C7F88-40E5-411B-BB6D-90625EDC2A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76048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9C3F9D-902A-4019-43B1-3AD8694B26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0842"/>
            <a:ext cx="9144000" cy="927184"/>
          </a:xfrm>
        </p:spPr>
        <p:txBody>
          <a:bodyPr>
            <a:normAutofit/>
          </a:bodyPr>
          <a:lstStyle/>
          <a:p>
            <a:r>
              <a:rPr lang="es-PE" sz="4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Expresiones regulares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94D320-B87B-8D57-B5F3-21FAE9C18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73238"/>
            <a:ext cx="9144000" cy="2012700"/>
          </a:xfrm>
        </p:spPr>
        <p:txBody>
          <a:bodyPr/>
          <a:lstStyle/>
          <a:p>
            <a:pPr algn="l"/>
            <a:r>
              <a:rPr lang="es-ES" b="1" dirty="0">
                <a:latin typeface="Google Sans"/>
              </a:rPr>
              <a:t>¿Qué es?</a:t>
            </a:r>
            <a:endParaRPr lang="es-ES" b="1" u="none" strike="noStrike" dirty="0">
              <a:effectLst/>
              <a:latin typeface="Google Sans"/>
            </a:endParaRPr>
          </a:p>
          <a:p>
            <a:pPr algn="l"/>
            <a:r>
              <a:rPr lang="es-ES" b="0" u="none" strike="noStrike" dirty="0">
                <a:effectLst/>
                <a:latin typeface="Google Sans"/>
              </a:rPr>
              <a:t>Una expresión regular (o </a:t>
            </a:r>
            <a:r>
              <a:rPr lang="es-ES" b="0" i="1" u="none" strike="noStrike" dirty="0">
                <a:effectLst/>
                <a:latin typeface="Google Sans"/>
              </a:rPr>
              <a:t>Regex</a:t>
            </a:r>
            <a:r>
              <a:rPr lang="es-ES" dirty="0"/>
              <a:t>) es una secuencia de caracteres que forma un patrón de búsqueda. Se utiliza principalmente para buscar, validar o extraer información específica dentro de grandes bloques de texto de forma rápida y flexible.</a:t>
            </a:r>
            <a:endParaRPr lang="es-PE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46B3DA7C-6246-F00D-744C-1D2ED848CA2E}"/>
              </a:ext>
            </a:extLst>
          </p:cNvPr>
          <p:cNvSpPr txBox="1">
            <a:spLocks/>
          </p:cNvSpPr>
          <p:nvPr/>
        </p:nvSpPr>
        <p:spPr>
          <a:xfrm>
            <a:off x="1524000" y="3979027"/>
            <a:ext cx="9144000" cy="2012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PE" b="1" dirty="0"/>
              <a:t>¿Para que sirven?</a:t>
            </a:r>
          </a:p>
          <a:p>
            <a:pPr algn="l"/>
            <a:r>
              <a:rPr lang="es-PE" dirty="0"/>
              <a:t>• </a:t>
            </a:r>
            <a:r>
              <a:rPr lang="es-PE" i="1" dirty="0"/>
              <a:t>Validación de datos</a:t>
            </a:r>
            <a:r>
              <a:rPr lang="es-PE" dirty="0"/>
              <a:t>: Comprueba si un dato ingresado tiene un formato correcto (correos electrónicos, núm. teléfono, o contraseñas). </a:t>
            </a:r>
          </a:p>
          <a:p>
            <a:pPr algn="l"/>
            <a:r>
              <a:rPr lang="es-PE" dirty="0"/>
              <a:t>• </a:t>
            </a:r>
            <a:r>
              <a:rPr lang="es-PE" i="1" dirty="0"/>
              <a:t>Búsqueda avanzada</a:t>
            </a:r>
            <a:r>
              <a:rPr lang="es-PE" dirty="0"/>
              <a:t>: Encontrar palabras, símbolos exactos o variables de textos (todas las URLs de un documento).</a:t>
            </a:r>
          </a:p>
        </p:txBody>
      </p:sp>
    </p:spTree>
    <p:extLst>
      <p:ext uri="{BB962C8B-B14F-4D97-AF65-F5344CB8AC3E}">
        <p14:creationId xmlns:p14="http://schemas.microsoft.com/office/powerpoint/2010/main" val="374093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AD0A5C-12D8-29B4-B064-1840DF21C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2927"/>
            <a:ext cx="10515600" cy="6079958"/>
          </a:xfrm>
        </p:spPr>
        <p:txBody>
          <a:bodyPr/>
          <a:lstStyle/>
          <a:p>
            <a:r>
              <a:rPr lang="es-PE" sz="2400" i="1" dirty="0"/>
              <a:t>Reemplazo y limpieza: </a:t>
            </a:r>
            <a:r>
              <a:rPr lang="es-PE" sz="2400" dirty="0"/>
              <a:t>Eliminar caracteres no deseados o modificar formatos.</a:t>
            </a:r>
          </a:p>
          <a:p>
            <a:endParaRPr lang="es-PE" sz="2400" dirty="0"/>
          </a:p>
          <a:p>
            <a:pPr marL="0" indent="0">
              <a:buNone/>
            </a:pPr>
            <a:r>
              <a:rPr lang="es-PE" sz="2400" b="1" dirty="0"/>
              <a:t>Componentes básicos:</a:t>
            </a:r>
          </a:p>
          <a:p>
            <a:pPr marL="0" indent="0">
              <a:buNone/>
            </a:pPr>
            <a:r>
              <a:rPr lang="es-PE" sz="2400" dirty="0"/>
              <a:t>• </a:t>
            </a:r>
            <a:r>
              <a:rPr lang="es-PE" sz="2400" i="1" dirty="0"/>
              <a:t>Literales: </a:t>
            </a:r>
            <a:r>
              <a:rPr lang="es-PE" sz="2400" dirty="0"/>
              <a:t>Caracteres normales que buscas tal cual.</a:t>
            </a:r>
          </a:p>
          <a:p>
            <a:pPr marL="0" indent="0">
              <a:buNone/>
            </a:pPr>
            <a:r>
              <a:rPr lang="es-PE" sz="2400" dirty="0"/>
              <a:t>• </a:t>
            </a:r>
            <a:r>
              <a:rPr lang="es-PE" sz="2400" i="1" dirty="0"/>
              <a:t>Metacaracteres: </a:t>
            </a:r>
            <a:r>
              <a:rPr lang="es-PE" sz="2400" dirty="0"/>
              <a:t>Son los símbolos especiales:</a:t>
            </a:r>
          </a:p>
          <a:p>
            <a:pPr marL="0" indent="0">
              <a:buNone/>
            </a:pPr>
            <a:r>
              <a:rPr lang="es-PE" sz="2400" dirty="0"/>
              <a:t>	- \d: </a:t>
            </a:r>
            <a:r>
              <a:rPr lang="es-ES" sz="2400" dirty="0"/>
              <a:t>Busca cualquier dígito (del 0 al 9).</a:t>
            </a:r>
          </a:p>
          <a:p>
            <a:pPr marL="0" indent="0">
              <a:buNone/>
            </a:pPr>
            <a:r>
              <a:rPr lang="es-ES" sz="2400" dirty="0"/>
              <a:t>	- [a - z]: Busca cualquier letra minúscula de la a - z</a:t>
            </a:r>
            <a:r>
              <a:rPr lang="es-ES" sz="1600" dirty="0"/>
              <a:t>.</a:t>
            </a:r>
          </a:p>
          <a:p>
            <a:pPr marL="0" indent="0">
              <a:buNone/>
            </a:pPr>
            <a:r>
              <a:rPr lang="es-PE" sz="2400" dirty="0"/>
              <a:t>• </a:t>
            </a:r>
            <a:r>
              <a:rPr lang="es-PE" sz="2400" i="1" dirty="0"/>
              <a:t>Cuantificadores: </a:t>
            </a:r>
            <a:r>
              <a:rPr lang="es-ES" sz="2400" dirty="0"/>
              <a:t>Indican cuántas veces debe aparecer un carácter.</a:t>
            </a:r>
          </a:p>
          <a:p>
            <a:pPr marL="0" indent="0">
              <a:buNone/>
            </a:pPr>
            <a:r>
              <a:rPr lang="es-ES" sz="2400" dirty="0"/>
              <a:t>	- +: Significa que el carácter anterior debe aparecer una o más veces.</a:t>
            </a:r>
          </a:p>
          <a:p>
            <a:pPr marL="0" indent="0">
              <a:buNone/>
            </a:pPr>
            <a:r>
              <a:rPr lang="es-ES" sz="2400" dirty="0"/>
              <a:t>	- *: Significa que puede aparecer cero o más veces.</a:t>
            </a:r>
            <a:endParaRPr lang="es-PE" sz="2400" dirty="0"/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5646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8B0A86-C8FF-BD5D-DE2B-3CF6F5EAF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4"/>
            <a:ext cx="10515600" cy="59676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PE" sz="2400" b="1" dirty="0"/>
              <a:t>Ejemplo práctico:</a:t>
            </a:r>
          </a:p>
          <a:p>
            <a:pPr marL="0" indent="0">
              <a:buNone/>
            </a:pPr>
            <a:r>
              <a:rPr lang="es-PE" sz="2400" dirty="0"/>
              <a:t>Para validar un correo electrónico, en lugar de crear un código larguísimo, puedes usar una expresión regular como esta:</a:t>
            </a:r>
          </a:p>
          <a:p>
            <a:pPr marL="0" indent="0">
              <a:buNone/>
            </a:pPr>
            <a:r>
              <a:rPr lang="es-PE" sz="2400" dirty="0"/>
              <a:t>	^[a-zA-Z0-9_.+-]+@[a-zA-Z0-9-]+\.[a-zA-Z0-9-.]+$</a:t>
            </a:r>
          </a:p>
          <a:p>
            <a:pPr marL="0" indent="0">
              <a:buNone/>
            </a:pPr>
            <a:endParaRPr lang="es-PE" sz="2400" dirty="0"/>
          </a:p>
          <a:p>
            <a:pPr marL="0" indent="0">
              <a:buNone/>
            </a:pPr>
            <a:r>
              <a:rPr lang="es-PE" sz="2400" b="1" dirty="0"/>
              <a:t>¿Cómo funciona?</a:t>
            </a:r>
          </a:p>
          <a:p>
            <a:pPr marL="0" indent="0">
              <a:buNone/>
            </a:pPr>
            <a:r>
              <a:rPr lang="es-PE" sz="2400" dirty="0"/>
              <a:t>• ^[a-zA-Z0-9_.+-] : </a:t>
            </a:r>
            <a:r>
              <a:rPr lang="es-ES" sz="2400" dirty="0"/>
              <a:t>Exige que el inicio del correo contenga letras, números o ciertos símbolos (una o más veces).</a:t>
            </a:r>
          </a:p>
          <a:p>
            <a:pPr marL="0" indent="0">
              <a:buNone/>
            </a:pPr>
            <a:r>
              <a:rPr lang="es-ES" sz="2400" dirty="0"/>
              <a:t>• @ : Obliga a que exista el símbolo de arroba.</a:t>
            </a:r>
          </a:p>
          <a:p>
            <a:pPr marL="0" indent="0">
              <a:buNone/>
            </a:pPr>
            <a:r>
              <a:rPr lang="es-ES" sz="2400" dirty="0"/>
              <a:t>• </a:t>
            </a:r>
            <a:r>
              <a:rPr lang="es-PE" sz="2400" dirty="0"/>
              <a:t>[a-zA-Z0-9-]+ : </a:t>
            </a:r>
            <a:r>
              <a:rPr lang="es-ES" sz="2400" dirty="0"/>
              <a:t>Exige el nombre del dominio (gmail).</a:t>
            </a:r>
          </a:p>
          <a:p>
            <a:pPr marL="0" indent="0">
              <a:buNone/>
            </a:pPr>
            <a:r>
              <a:rPr lang="es-ES" sz="2400" dirty="0"/>
              <a:t>• </a:t>
            </a:r>
            <a:r>
              <a:rPr lang="es-PE" sz="2400" dirty="0"/>
              <a:t>\.[a-zA-Z0-9-.]+$ :</a:t>
            </a:r>
            <a:r>
              <a:rPr lang="es-ES" sz="2400" dirty="0">
                <a:latin typeface="Google Sans"/>
              </a:rPr>
              <a:t> </a:t>
            </a:r>
            <a:r>
              <a:rPr lang="es-ES" sz="2400" b="0" u="none" strike="noStrike" dirty="0">
                <a:effectLst/>
                <a:latin typeface="Google Sans"/>
              </a:rPr>
              <a:t>Obliga a que termine con un punto seguido del dominio final (.com, .com.pe).</a:t>
            </a:r>
          </a:p>
          <a:p>
            <a:pPr marL="0" indent="0">
              <a:buNone/>
            </a:pPr>
            <a:endParaRPr lang="es-PE" sz="2400" dirty="0"/>
          </a:p>
          <a:p>
            <a:pPr marL="0" indent="0">
              <a:buNone/>
            </a:pPr>
            <a:endParaRPr lang="es-PE" sz="2400" dirty="0"/>
          </a:p>
          <a:p>
            <a:pPr marL="0" indent="0">
              <a:buNone/>
            </a:pPr>
            <a:endParaRPr lang="es-PE" sz="2400" dirty="0"/>
          </a:p>
          <a:p>
            <a:pPr marL="0" indent="0">
              <a:buNone/>
            </a:pPr>
            <a:endParaRPr lang="es-PE" sz="2400" b="1" dirty="0"/>
          </a:p>
          <a:p>
            <a:pPr marL="0" indent="0">
              <a:buNone/>
            </a:pPr>
            <a:endParaRPr lang="es-PE" sz="2400" b="1" dirty="0"/>
          </a:p>
        </p:txBody>
      </p:sp>
    </p:spTree>
    <p:extLst>
      <p:ext uri="{BB962C8B-B14F-4D97-AF65-F5344CB8AC3E}">
        <p14:creationId xmlns:p14="http://schemas.microsoft.com/office/powerpoint/2010/main" val="11477841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</Words>
  <Application>Microsoft Office PowerPoint</Application>
  <PresentationFormat>Panorámica</PresentationFormat>
  <Paragraphs>28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Google Sans</vt:lpstr>
      <vt:lpstr>Tema de Office</vt:lpstr>
      <vt:lpstr>Expresiones regulares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Expresiones regulares</dc:title>
  <dc:creator>Brandon Cotera Parra</dc:creator>
  <cp:lastModifiedBy>Brandon Cotera Parra</cp:lastModifiedBy>
  <cp:revision>1</cp:revision>
  <dcterms:created xsi:type="dcterms:W3CDTF">2026-05-27T04:07:42Z</dcterms:created>
  <dcterms:modified xsi:type="dcterms:W3CDTF">2026-05-27T04:07:48Z</dcterms:modified>
</cp:coreProperties>
</file>